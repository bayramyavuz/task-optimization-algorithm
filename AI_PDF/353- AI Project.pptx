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610E90-C899-4A65-B808-5BCEEE04712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7CB8E2-AD59-4AE2-A2D0-3450DD3CEC86}">
      <dgm:prSet/>
      <dgm:spPr/>
      <dgm:t>
        <a:bodyPr/>
        <a:lstStyle/>
        <a:p>
          <a:r>
            <a:rPr lang="tr-TR" b="0" i="0" baseline="0"/>
            <a:t>Solve an optimization problem</a:t>
          </a:r>
          <a:endParaRPr lang="en-US"/>
        </a:p>
      </dgm:t>
    </dgm:pt>
    <dgm:pt modelId="{9ABBCB29-447B-4BEF-8AB0-13D37DA17E5B}" type="parTrans" cxnId="{0B21B20A-65B9-4B6F-AA73-7FDDAC7851CE}">
      <dgm:prSet/>
      <dgm:spPr/>
      <dgm:t>
        <a:bodyPr/>
        <a:lstStyle/>
        <a:p>
          <a:endParaRPr lang="en-US"/>
        </a:p>
      </dgm:t>
    </dgm:pt>
    <dgm:pt modelId="{B84CF361-11EC-432B-8D12-902F0CC30CF4}" type="sibTrans" cxnId="{0B21B20A-65B9-4B6F-AA73-7FDDAC7851CE}">
      <dgm:prSet/>
      <dgm:spPr/>
      <dgm:t>
        <a:bodyPr/>
        <a:lstStyle/>
        <a:p>
          <a:endParaRPr lang="en-US"/>
        </a:p>
      </dgm:t>
    </dgm:pt>
    <dgm:pt modelId="{803B693D-77EF-4C5A-9A76-4AE686110CA7}">
      <dgm:prSet/>
      <dgm:spPr/>
      <dgm:t>
        <a:bodyPr/>
        <a:lstStyle/>
        <a:p>
          <a:r>
            <a:rPr lang="tr-TR" b="0" i="0" baseline="0" dirty="0" err="1"/>
            <a:t>Compare</a:t>
          </a:r>
          <a:r>
            <a:rPr lang="tr-TR" b="0" i="0" baseline="0" dirty="0"/>
            <a:t> </a:t>
          </a:r>
          <a:r>
            <a:rPr lang="tr-TR" b="0" i="0" baseline="0" dirty="0" err="1"/>
            <a:t>simple</a:t>
          </a:r>
          <a:r>
            <a:rPr lang="tr-TR" b="0" i="0" baseline="0" dirty="0"/>
            <a:t> </a:t>
          </a:r>
          <a:r>
            <a:rPr lang="tr-TR" b="0" i="0" baseline="0" dirty="0" err="1"/>
            <a:t>vs</a:t>
          </a:r>
          <a:r>
            <a:rPr lang="tr-TR" b="0" i="0" baseline="0" dirty="0"/>
            <a:t> </a:t>
          </a:r>
          <a:r>
            <a:rPr lang="tr-TR" b="0" i="0" baseline="0" dirty="0" err="1"/>
            <a:t>metaheuristic</a:t>
          </a:r>
          <a:r>
            <a:rPr lang="tr-TR" b="0" i="0" baseline="0" dirty="0"/>
            <a:t> </a:t>
          </a:r>
          <a:r>
            <a:rPr lang="tr-TR" b="0" i="0" baseline="0" dirty="0" err="1"/>
            <a:t>algorithms</a:t>
          </a:r>
          <a:endParaRPr lang="en-US" dirty="0"/>
        </a:p>
      </dgm:t>
    </dgm:pt>
    <dgm:pt modelId="{520FBDD4-EA87-4119-89EF-68EF11EFD5C4}" type="parTrans" cxnId="{2FF378E3-40EA-47C6-B856-F4E4AB122ED0}">
      <dgm:prSet/>
      <dgm:spPr/>
      <dgm:t>
        <a:bodyPr/>
        <a:lstStyle/>
        <a:p>
          <a:endParaRPr lang="en-US"/>
        </a:p>
      </dgm:t>
    </dgm:pt>
    <dgm:pt modelId="{0C836A51-A657-4448-B314-940058200388}" type="sibTrans" cxnId="{2FF378E3-40EA-47C6-B856-F4E4AB122ED0}">
      <dgm:prSet/>
      <dgm:spPr/>
      <dgm:t>
        <a:bodyPr/>
        <a:lstStyle/>
        <a:p>
          <a:endParaRPr lang="en-US"/>
        </a:p>
      </dgm:t>
    </dgm:pt>
    <dgm:pt modelId="{F82F5E3A-F335-4F90-ABD2-D25A1C349EFC}">
      <dgm:prSet/>
      <dgm:spPr/>
      <dgm:t>
        <a:bodyPr/>
        <a:lstStyle/>
        <a:p>
          <a:r>
            <a:rPr lang="tr-TR" b="0" i="0" baseline="0"/>
            <a:t>Measure </a:t>
          </a:r>
          <a:r>
            <a:rPr lang="tr-TR" b="1" i="0" baseline="0"/>
            <a:t>cost</a:t>
          </a:r>
          <a:r>
            <a:rPr lang="tr-TR" b="0" i="0" baseline="0"/>
            <a:t> and </a:t>
          </a:r>
          <a:r>
            <a:rPr lang="tr-TR" b="1" i="0" baseline="0"/>
            <a:t>execution time</a:t>
          </a:r>
          <a:endParaRPr lang="en-US"/>
        </a:p>
      </dgm:t>
    </dgm:pt>
    <dgm:pt modelId="{6A459CF7-27E8-4494-9343-B32AB8DE8024}" type="parTrans" cxnId="{A9EC33F5-C9AD-43F4-B458-DCD3A84F9B99}">
      <dgm:prSet/>
      <dgm:spPr/>
      <dgm:t>
        <a:bodyPr/>
        <a:lstStyle/>
        <a:p>
          <a:endParaRPr lang="en-US"/>
        </a:p>
      </dgm:t>
    </dgm:pt>
    <dgm:pt modelId="{DA837009-53B8-483E-AD7A-6EBFBA07A2DD}" type="sibTrans" cxnId="{A9EC33F5-C9AD-43F4-B458-DCD3A84F9B99}">
      <dgm:prSet/>
      <dgm:spPr/>
      <dgm:t>
        <a:bodyPr/>
        <a:lstStyle/>
        <a:p>
          <a:endParaRPr lang="en-US"/>
        </a:p>
      </dgm:t>
    </dgm:pt>
    <dgm:pt modelId="{C28BF60C-7630-4B30-9966-054D4E17C30B}" type="pres">
      <dgm:prSet presAssocID="{C3610E90-C899-4A65-B808-5BCEEE04712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E45569-8F00-478E-946E-D79874E48317}" type="pres">
      <dgm:prSet presAssocID="{7B7CB8E2-AD59-4AE2-A2D0-3450DD3CEC86}" presName="hierRoot1" presStyleCnt="0"/>
      <dgm:spPr/>
    </dgm:pt>
    <dgm:pt modelId="{03C6A1A6-3559-4320-8570-7A26A91B6909}" type="pres">
      <dgm:prSet presAssocID="{7B7CB8E2-AD59-4AE2-A2D0-3450DD3CEC86}" presName="composite" presStyleCnt="0"/>
      <dgm:spPr/>
    </dgm:pt>
    <dgm:pt modelId="{37DDB915-6DCD-4ECA-8442-A816DCDC4E6E}" type="pres">
      <dgm:prSet presAssocID="{7B7CB8E2-AD59-4AE2-A2D0-3450DD3CEC86}" presName="background" presStyleLbl="node0" presStyleIdx="0" presStyleCnt="3"/>
      <dgm:spPr/>
    </dgm:pt>
    <dgm:pt modelId="{13145199-EEAA-463E-95BF-EDE71566C1E3}" type="pres">
      <dgm:prSet presAssocID="{7B7CB8E2-AD59-4AE2-A2D0-3450DD3CEC86}" presName="text" presStyleLbl="fgAcc0" presStyleIdx="0" presStyleCnt="3">
        <dgm:presLayoutVars>
          <dgm:chPref val="3"/>
        </dgm:presLayoutVars>
      </dgm:prSet>
      <dgm:spPr/>
    </dgm:pt>
    <dgm:pt modelId="{B2C65100-DA6F-49C9-8B15-DAFC17155C95}" type="pres">
      <dgm:prSet presAssocID="{7B7CB8E2-AD59-4AE2-A2D0-3450DD3CEC86}" presName="hierChild2" presStyleCnt="0"/>
      <dgm:spPr/>
    </dgm:pt>
    <dgm:pt modelId="{E6F29A44-4EE4-46B4-B576-AB137AA7AF61}" type="pres">
      <dgm:prSet presAssocID="{803B693D-77EF-4C5A-9A76-4AE686110CA7}" presName="hierRoot1" presStyleCnt="0"/>
      <dgm:spPr/>
    </dgm:pt>
    <dgm:pt modelId="{6FE34E79-807B-4F09-A0BC-A0995520DB6B}" type="pres">
      <dgm:prSet presAssocID="{803B693D-77EF-4C5A-9A76-4AE686110CA7}" presName="composite" presStyleCnt="0"/>
      <dgm:spPr/>
    </dgm:pt>
    <dgm:pt modelId="{ED46AAFF-6C00-440A-8D0E-198C333EC388}" type="pres">
      <dgm:prSet presAssocID="{803B693D-77EF-4C5A-9A76-4AE686110CA7}" presName="background" presStyleLbl="node0" presStyleIdx="1" presStyleCnt="3"/>
      <dgm:spPr/>
    </dgm:pt>
    <dgm:pt modelId="{E1D2E00C-E2AB-4055-A6A3-CF71E2227A23}" type="pres">
      <dgm:prSet presAssocID="{803B693D-77EF-4C5A-9A76-4AE686110CA7}" presName="text" presStyleLbl="fgAcc0" presStyleIdx="1" presStyleCnt="3">
        <dgm:presLayoutVars>
          <dgm:chPref val="3"/>
        </dgm:presLayoutVars>
      </dgm:prSet>
      <dgm:spPr/>
    </dgm:pt>
    <dgm:pt modelId="{B7C3E749-BA54-41C5-BEBC-43318A9B34B9}" type="pres">
      <dgm:prSet presAssocID="{803B693D-77EF-4C5A-9A76-4AE686110CA7}" presName="hierChild2" presStyleCnt="0"/>
      <dgm:spPr/>
    </dgm:pt>
    <dgm:pt modelId="{9DD4551D-3A8C-4188-B2D2-18E1326355F3}" type="pres">
      <dgm:prSet presAssocID="{F82F5E3A-F335-4F90-ABD2-D25A1C349EFC}" presName="hierRoot1" presStyleCnt="0"/>
      <dgm:spPr/>
    </dgm:pt>
    <dgm:pt modelId="{E8434A81-82E1-4CF0-AF4C-F5F0A93FEF97}" type="pres">
      <dgm:prSet presAssocID="{F82F5E3A-F335-4F90-ABD2-D25A1C349EFC}" presName="composite" presStyleCnt="0"/>
      <dgm:spPr/>
    </dgm:pt>
    <dgm:pt modelId="{C69F18D8-63E0-456C-94DF-B9309A90CB7D}" type="pres">
      <dgm:prSet presAssocID="{F82F5E3A-F335-4F90-ABD2-D25A1C349EFC}" presName="background" presStyleLbl="node0" presStyleIdx="2" presStyleCnt="3"/>
      <dgm:spPr/>
    </dgm:pt>
    <dgm:pt modelId="{BEE290EC-B1D7-40E0-9E29-D9341C5C63E3}" type="pres">
      <dgm:prSet presAssocID="{F82F5E3A-F335-4F90-ABD2-D25A1C349EFC}" presName="text" presStyleLbl="fgAcc0" presStyleIdx="2" presStyleCnt="3">
        <dgm:presLayoutVars>
          <dgm:chPref val="3"/>
        </dgm:presLayoutVars>
      </dgm:prSet>
      <dgm:spPr/>
    </dgm:pt>
    <dgm:pt modelId="{769E70AE-26F9-408E-A913-9F98F301C9BC}" type="pres">
      <dgm:prSet presAssocID="{F82F5E3A-F335-4F90-ABD2-D25A1C349EFC}" presName="hierChild2" presStyleCnt="0"/>
      <dgm:spPr/>
    </dgm:pt>
  </dgm:ptLst>
  <dgm:cxnLst>
    <dgm:cxn modelId="{0B21B20A-65B9-4B6F-AA73-7FDDAC7851CE}" srcId="{C3610E90-C899-4A65-B808-5BCEEE047124}" destId="{7B7CB8E2-AD59-4AE2-A2D0-3450DD3CEC86}" srcOrd="0" destOrd="0" parTransId="{9ABBCB29-447B-4BEF-8AB0-13D37DA17E5B}" sibTransId="{B84CF361-11EC-432B-8D12-902F0CC30CF4}"/>
    <dgm:cxn modelId="{A7471A1E-B994-4E21-9218-292F9E986068}" type="presOf" srcId="{C3610E90-C899-4A65-B808-5BCEEE047124}" destId="{C28BF60C-7630-4B30-9966-054D4E17C30B}" srcOrd="0" destOrd="0" presId="urn:microsoft.com/office/officeart/2005/8/layout/hierarchy1"/>
    <dgm:cxn modelId="{06854833-2C3B-4B26-82E3-AB29FD0ABC71}" type="presOf" srcId="{F82F5E3A-F335-4F90-ABD2-D25A1C349EFC}" destId="{BEE290EC-B1D7-40E0-9E29-D9341C5C63E3}" srcOrd="0" destOrd="0" presId="urn:microsoft.com/office/officeart/2005/8/layout/hierarchy1"/>
    <dgm:cxn modelId="{9A041FE0-DF07-4938-9B9A-02D62FE80BAF}" type="presOf" srcId="{7B7CB8E2-AD59-4AE2-A2D0-3450DD3CEC86}" destId="{13145199-EEAA-463E-95BF-EDE71566C1E3}" srcOrd="0" destOrd="0" presId="urn:microsoft.com/office/officeart/2005/8/layout/hierarchy1"/>
    <dgm:cxn modelId="{2FF378E3-40EA-47C6-B856-F4E4AB122ED0}" srcId="{C3610E90-C899-4A65-B808-5BCEEE047124}" destId="{803B693D-77EF-4C5A-9A76-4AE686110CA7}" srcOrd="1" destOrd="0" parTransId="{520FBDD4-EA87-4119-89EF-68EF11EFD5C4}" sibTransId="{0C836A51-A657-4448-B314-940058200388}"/>
    <dgm:cxn modelId="{8265FCEF-34C0-4328-B5AD-775EED300A83}" type="presOf" srcId="{803B693D-77EF-4C5A-9A76-4AE686110CA7}" destId="{E1D2E00C-E2AB-4055-A6A3-CF71E2227A23}" srcOrd="0" destOrd="0" presId="urn:microsoft.com/office/officeart/2005/8/layout/hierarchy1"/>
    <dgm:cxn modelId="{A9EC33F5-C9AD-43F4-B458-DCD3A84F9B99}" srcId="{C3610E90-C899-4A65-B808-5BCEEE047124}" destId="{F82F5E3A-F335-4F90-ABD2-D25A1C349EFC}" srcOrd="2" destOrd="0" parTransId="{6A459CF7-27E8-4494-9343-B32AB8DE8024}" sibTransId="{DA837009-53B8-483E-AD7A-6EBFBA07A2DD}"/>
    <dgm:cxn modelId="{F08F8A1E-5ED7-4C89-804C-58CDED2E3E25}" type="presParOf" srcId="{C28BF60C-7630-4B30-9966-054D4E17C30B}" destId="{28E45569-8F00-478E-946E-D79874E48317}" srcOrd="0" destOrd="0" presId="urn:microsoft.com/office/officeart/2005/8/layout/hierarchy1"/>
    <dgm:cxn modelId="{47D0C9E2-469D-4F38-936A-DA761F448E4F}" type="presParOf" srcId="{28E45569-8F00-478E-946E-D79874E48317}" destId="{03C6A1A6-3559-4320-8570-7A26A91B6909}" srcOrd="0" destOrd="0" presId="urn:microsoft.com/office/officeart/2005/8/layout/hierarchy1"/>
    <dgm:cxn modelId="{8FA93639-B656-45A7-A426-C9EBAEB04084}" type="presParOf" srcId="{03C6A1A6-3559-4320-8570-7A26A91B6909}" destId="{37DDB915-6DCD-4ECA-8442-A816DCDC4E6E}" srcOrd="0" destOrd="0" presId="urn:microsoft.com/office/officeart/2005/8/layout/hierarchy1"/>
    <dgm:cxn modelId="{241205AB-21DA-40AE-9E7A-9586BA8965AB}" type="presParOf" srcId="{03C6A1A6-3559-4320-8570-7A26A91B6909}" destId="{13145199-EEAA-463E-95BF-EDE71566C1E3}" srcOrd="1" destOrd="0" presId="urn:microsoft.com/office/officeart/2005/8/layout/hierarchy1"/>
    <dgm:cxn modelId="{CD0FD7BB-E650-4A07-BD94-F7BAAB89C2F4}" type="presParOf" srcId="{28E45569-8F00-478E-946E-D79874E48317}" destId="{B2C65100-DA6F-49C9-8B15-DAFC17155C95}" srcOrd="1" destOrd="0" presId="urn:microsoft.com/office/officeart/2005/8/layout/hierarchy1"/>
    <dgm:cxn modelId="{888E70CE-E1F0-4A14-B6AE-BE568A530AB6}" type="presParOf" srcId="{C28BF60C-7630-4B30-9966-054D4E17C30B}" destId="{E6F29A44-4EE4-46B4-B576-AB137AA7AF61}" srcOrd="1" destOrd="0" presId="urn:microsoft.com/office/officeart/2005/8/layout/hierarchy1"/>
    <dgm:cxn modelId="{7E388796-4DAF-49F9-8515-7AF184E25CDE}" type="presParOf" srcId="{E6F29A44-4EE4-46B4-B576-AB137AA7AF61}" destId="{6FE34E79-807B-4F09-A0BC-A0995520DB6B}" srcOrd="0" destOrd="0" presId="urn:microsoft.com/office/officeart/2005/8/layout/hierarchy1"/>
    <dgm:cxn modelId="{71D2802E-E152-4358-BF86-C8673E8F226D}" type="presParOf" srcId="{6FE34E79-807B-4F09-A0BC-A0995520DB6B}" destId="{ED46AAFF-6C00-440A-8D0E-198C333EC388}" srcOrd="0" destOrd="0" presId="urn:microsoft.com/office/officeart/2005/8/layout/hierarchy1"/>
    <dgm:cxn modelId="{54721EF3-437D-43EA-A127-082C3056F904}" type="presParOf" srcId="{6FE34E79-807B-4F09-A0BC-A0995520DB6B}" destId="{E1D2E00C-E2AB-4055-A6A3-CF71E2227A23}" srcOrd="1" destOrd="0" presId="urn:microsoft.com/office/officeart/2005/8/layout/hierarchy1"/>
    <dgm:cxn modelId="{AC7EFA4A-D903-4DA1-A03C-14256436B9E5}" type="presParOf" srcId="{E6F29A44-4EE4-46B4-B576-AB137AA7AF61}" destId="{B7C3E749-BA54-41C5-BEBC-43318A9B34B9}" srcOrd="1" destOrd="0" presId="urn:microsoft.com/office/officeart/2005/8/layout/hierarchy1"/>
    <dgm:cxn modelId="{2226C90F-D5BF-408E-8AF1-34238F0D1D38}" type="presParOf" srcId="{C28BF60C-7630-4B30-9966-054D4E17C30B}" destId="{9DD4551D-3A8C-4188-B2D2-18E1326355F3}" srcOrd="2" destOrd="0" presId="urn:microsoft.com/office/officeart/2005/8/layout/hierarchy1"/>
    <dgm:cxn modelId="{035D14F4-AFBF-4E0E-A84C-FBE382F93A2F}" type="presParOf" srcId="{9DD4551D-3A8C-4188-B2D2-18E1326355F3}" destId="{E8434A81-82E1-4CF0-AF4C-F5F0A93FEF97}" srcOrd="0" destOrd="0" presId="urn:microsoft.com/office/officeart/2005/8/layout/hierarchy1"/>
    <dgm:cxn modelId="{8AFE2112-19D5-404C-B7BA-0CBDA7D05F63}" type="presParOf" srcId="{E8434A81-82E1-4CF0-AF4C-F5F0A93FEF97}" destId="{C69F18D8-63E0-456C-94DF-B9309A90CB7D}" srcOrd="0" destOrd="0" presId="urn:microsoft.com/office/officeart/2005/8/layout/hierarchy1"/>
    <dgm:cxn modelId="{25CF5332-282D-4690-B00F-3DA60FB3F60D}" type="presParOf" srcId="{E8434A81-82E1-4CF0-AF4C-F5F0A93FEF97}" destId="{BEE290EC-B1D7-40E0-9E29-D9341C5C63E3}" srcOrd="1" destOrd="0" presId="urn:microsoft.com/office/officeart/2005/8/layout/hierarchy1"/>
    <dgm:cxn modelId="{15147BF7-D684-481B-9DA5-E603F0995575}" type="presParOf" srcId="{9DD4551D-3A8C-4188-B2D2-18E1326355F3}" destId="{769E70AE-26F9-408E-A913-9F98F301C9B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48C3B0-C108-4BCF-AF93-DAF50E3EE0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1BBA860-5CA9-4ECC-B5EF-D3F90CE40157}">
      <dgm:prSet/>
      <dgm:spPr/>
      <dgm:t>
        <a:bodyPr/>
        <a:lstStyle/>
        <a:p>
          <a:r>
            <a:rPr lang="tr-TR"/>
            <a:t>1) Random</a:t>
          </a:r>
          <a:endParaRPr lang="en-US"/>
        </a:p>
      </dgm:t>
    </dgm:pt>
    <dgm:pt modelId="{A3F6A55A-E11E-4F1B-92C5-29EAD257CD13}" type="parTrans" cxnId="{07CC7BA5-AEFB-42B7-AE66-25B738C103D2}">
      <dgm:prSet/>
      <dgm:spPr/>
      <dgm:t>
        <a:bodyPr/>
        <a:lstStyle/>
        <a:p>
          <a:endParaRPr lang="en-US"/>
        </a:p>
      </dgm:t>
    </dgm:pt>
    <dgm:pt modelId="{15D297C4-5AB7-47D9-A9D8-084026A95FAF}" type="sibTrans" cxnId="{07CC7BA5-AEFB-42B7-AE66-25B738C103D2}">
      <dgm:prSet/>
      <dgm:spPr/>
      <dgm:t>
        <a:bodyPr/>
        <a:lstStyle/>
        <a:p>
          <a:endParaRPr lang="en-US"/>
        </a:p>
      </dgm:t>
    </dgm:pt>
    <dgm:pt modelId="{504ED9A9-3018-473F-9137-D99DB556EFDF}">
      <dgm:prSet/>
      <dgm:spPr/>
      <dgm:t>
        <a:bodyPr/>
        <a:lstStyle/>
        <a:p>
          <a:r>
            <a:rPr lang="tr-TR"/>
            <a:t>2) Selection</a:t>
          </a:r>
          <a:endParaRPr lang="en-US"/>
        </a:p>
      </dgm:t>
    </dgm:pt>
    <dgm:pt modelId="{25139C9F-54BE-4DBB-83DE-F9ABACCC94CF}" type="parTrans" cxnId="{4A59261C-6832-47AD-8760-8DD1EE017763}">
      <dgm:prSet/>
      <dgm:spPr/>
      <dgm:t>
        <a:bodyPr/>
        <a:lstStyle/>
        <a:p>
          <a:endParaRPr lang="en-US"/>
        </a:p>
      </dgm:t>
    </dgm:pt>
    <dgm:pt modelId="{FD33D0ED-4F56-4ECF-92A7-8E516E60FE35}" type="sibTrans" cxnId="{4A59261C-6832-47AD-8760-8DD1EE017763}">
      <dgm:prSet/>
      <dgm:spPr/>
      <dgm:t>
        <a:bodyPr/>
        <a:lstStyle/>
        <a:p>
          <a:endParaRPr lang="en-US"/>
        </a:p>
      </dgm:t>
    </dgm:pt>
    <dgm:pt modelId="{A2D35FC9-7E1C-48CD-A2A9-BD13AFE406B7}">
      <dgm:prSet/>
      <dgm:spPr/>
      <dgm:t>
        <a:bodyPr/>
        <a:lstStyle/>
        <a:p>
          <a:r>
            <a:rPr lang="tr-TR"/>
            <a:t>3) Crossover</a:t>
          </a:r>
          <a:endParaRPr lang="en-US"/>
        </a:p>
      </dgm:t>
    </dgm:pt>
    <dgm:pt modelId="{1BBB4343-5E9C-4DB3-8933-67EDEE736487}" type="parTrans" cxnId="{7AC53146-B883-4E8F-B619-31BE166CF9DD}">
      <dgm:prSet/>
      <dgm:spPr/>
      <dgm:t>
        <a:bodyPr/>
        <a:lstStyle/>
        <a:p>
          <a:endParaRPr lang="en-US"/>
        </a:p>
      </dgm:t>
    </dgm:pt>
    <dgm:pt modelId="{C1DE26C0-A629-4BC6-B04E-29284105F9FD}" type="sibTrans" cxnId="{7AC53146-B883-4E8F-B619-31BE166CF9DD}">
      <dgm:prSet/>
      <dgm:spPr/>
      <dgm:t>
        <a:bodyPr/>
        <a:lstStyle/>
        <a:p>
          <a:endParaRPr lang="en-US"/>
        </a:p>
      </dgm:t>
    </dgm:pt>
    <dgm:pt modelId="{F98E9461-E8F2-4C59-95FD-02B8B90D8EBF}">
      <dgm:prSet/>
      <dgm:spPr/>
      <dgm:t>
        <a:bodyPr/>
        <a:lstStyle/>
        <a:p>
          <a:r>
            <a:rPr lang="tr-TR"/>
            <a:t>4) Best Path</a:t>
          </a:r>
          <a:endParaRPr lang="en-US"/>
        </a:p>
      </dgm:t>
    </dgm:pt>
    <dgm:pt modelId="{DFA22097-D953-4121-B7DB-7E1A0E753487}" type="parTrans" cxnId="{FC5BE48B-5C51-434B-AF6E-90EE1EED572C}">
      <dgm:prSet/>
      <dgm:spPr/>
      <dgm:t>
        <a:bodyPr/>
        <a:lstStyle/>
        <a:p>
          <a:endParaRPr lang="en-US"/>
        </a:p>
      </dgm:t>
    </dgm:pt>
    <dgm:pt modelId="{3E06D853-E9FB-4C57-A569-DFA4B136E73B}" type="sibTrans" cxnId="{FC5BE48B-5C51-434B-AF6E-90EE1EED572C}">
      <dgm:prSet/>
      <dgm:spPr/>
      <dgm:t>
        <a:bodyPr/>
        <a:lstStyle/>
        <a:p>
          <a:endParaRPr lang="en-US"/>
        </a:p>
      </dgm:t>
    </dgm:pt>
    <dgm:pt modelId="{2C03025D-2D77-42C2-8719-0B72C0734BA7}" type="pres">
      <dgm:prSet presAssocID="{C848C3B0-C108-4BCF-AF93-DAF50E3EE0DD}" presName="linear" presStyleCnt="0">
        <dgm:presLayoutVars>
          <dgm:animLvl val="lvl"/>
          <dgm:resizeHandles val="exact"/>
        </dgm:presLayoutVars>
      </dgm:prSet>
      <dgm:spPr/>
    </dgm:pt>
    <dgm:pt modelId="{08A37236-0B0A-45C1-8692-71AD7973B483}" type="pres">
      <dgm:prSet presAssocID="{31BBA860-5CA9-4ECC-B5EF-D3F90CE401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80AE060-2F5B-4B46-B4F6-C3C01899960A}" type="pres">
      <dgm:prSet presAssocID="{15D297C4-5AB7-47D9-A9D8-084026A95FAF}" presName="spacer" presStyleCnt="0"/>
      <dgm:spPr/>
    </dgm:pt>
    <dgm:pt modelId="{72CCF77A-31FC-4028-9595-2BB1C3B1BFC5}" type="pres">
      <dgm:prSet presAssocID="{504ED9A9-3018-473F-9137-D99DB556EFD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27FF26-7570-4BF7-BFAF-2DF4744C9B5E}" type="pres">
      <dgm:prSet presAssocID="{FD33D0ED-4F56-4ECF-92A7-8E516E60FE35}" presName="spacer" presStyleCnt="0"/>
      <dgm:spPr/>
    </dgm:pt>
    <dgm:pt modelId="{5535E27B-DF40-4EC0-8670-0A4585AB481F}" type="pres">
      <dgm:prSet presAssocID="{A2D35FC9-7E1C-48CD-A2A9-BD13AFE406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D2D7E7-CFBB-481D-8B50-F0C5428A6E25}" type="pres">
      <dgm:prSet presAssocID="{C1DE26C0-A629-4BC6-B04E-29284105F9FD}" presName="spacer" presStyleCnt="0"/>
      <dgm:spPr/>
    </dgm:pt>
    <dgm:pt modelId="{AC5D2976-B352-4F22-B6ED-0C8838877FBB}" type="pres">
      <dgm:prSet presAssocID="{F98E9461-E8F2-4C59-95FD-02B8B90D8E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59261C-6832-47AD-8760-8DD1EE017763}" srcId="{C848C3B0-C108-4BCF-AF93-DAF50E3EE0DD}" destId="{504ED9A9-3018-473F-9137-D99DB556EFDF}" srcOrd="1" destOrd="0" parTransId="{25139C9F-54BE-4DBB-83DE-F9ABACCC94CF}" sibTransId="{FD33D0ED-4F56-4ECF-92A7-8E516E60FE35}"/>
    <dgm:cxn modelId="{A958C93F-25E2-4285-9FB5-1A04A587D437}" type="presOf" srcId="{A2D35FC9-7E1C-48CD-A2A9-BD13AFE406B7}" destId="{5535E27B-DF40-4EC0-8670-0A4585AB481F}" srcOrd="0" destOrd="0" presId="urn:microsoft.com/office/officeart/2005/8/layout/vList2"/>
    <dgm:cxn modelId="{913F3063-193A-47CD-BDFB-666C5B9251FD}" type="presOf" srcId="{31BBA860-5CA9-4ECC-B5EF-D3F90CE40157}" destId="{08A37236-0B0A-45C1-8692-71AD7973B483}" srcOrd="0" destOrd="0" presId="urn:microsoft.com/office/officeart/2005/8/layout/vList2"/>
    <dgm:cxn modelId="{7AC53146-B883-4E8F-B619-31BE166CF9DD}" srcId="{C848C3B0-C108-4BCF-AF93-DAF50E3EE0DD}" destId="{A2D35FC9-7E1C-48CD-A2A9-BD13AFE406B7}" srcOrd="2" destOrd="0" parTransId="{1BBB4343-5E9C-4DB3-8933-67EDEE736487}" sibTransId="{C1DE26C0-A629-4BC6-B04E-29284105F9FD}"/>
    <dgm:cxn modelId="{1CB31F59-928B-404F-A308-16D84624BA94}" type="presOf" srcId="{C848C3B0-C108-4BCF-AF93-DAF50E3EE0DD}" destId="{2C03025D-2D77-42C2-8719-0B72C0734BA7}" srcOrd="0" destOrd="0" presId="urn:microsoft.com/office/officeart/2005/8/layout/vList2"/>
    <dgm:cxn modelId="{D3A3C783-B038-4C48-A24D-23FB93F92564}" type="presOf" srcId="{504ED9A9-3018-473F-9137-D99DB556EFDF}" destId="{72CCF77A-31FC-4028-9595-2BB1C3B1BFC5}" srcOrd="0" destOrd="0" presId="urn:microsoft.com/office/officeart/2005/8/layout/vList2"/>
    <dgm:cxn modelId="{FC5BE48B-5C51-434B-AF6E-90EE1EED572C}" srcId="{C848C3B0-C108-4BCF-AF93-DAF50E3EE0DD}" destId="{F98E9461-E8F2-4C59-95FD-02B8B90D8EBF}" srcOrd="3" destOrd="0" parTransId="{DFA22097-D953-4121-B7DB-7E1A0E753487}" sibTransId="{3E06D853-E9FB-4C57-A569-DFA4B136E73B}"/>
    <dgm:cxn modelId="{07CC7BA5-AEFB-42B7-AE66-25B738C103D2}" srcId="{C848C3B0-C108-4BCF-AF93-DAF50E3EE0DD}" destId="{31BBA860-5CA9-4ECC-B5EF-D3F90CE40157}" srcOrd="0" destOrd="0" parTransId="{A3F6A55A-E11E-4F1B-92C5-29EAD257CD13}" sibTransId="{15D297C4-5AB7-47D9-A9D8-084026A95FAF}"/>
    <dgm:cxn modelId="{862BB8D2-401B-4E54-9A88-D5EA0CAE9B1A}" type="presOf" srcId="{F98E9461-E8F2-4C59-95FD-02B8B90D8EBF}" destId="{AC5D2976-B352-4F22-B6ED-0C8838877FBB}" srcOrd="0" destOrd="0" presId="urn:microsoft.com/office/officeart/2005/8/layout/vList2"/>
    <dgm:cxn modelId="{27AABB77-0417-4EEB-AA01-1A509AA40D78}" type="presParOf" srcId="{2C03025D-2D77-42C2-8719-0B72C0734BA7}" destId="{08A37236-0B0A-45C1-8692-71AD7973B483}" srcOrd="0" destOrd="0" presId="urn:microsoft.com/office/officeart/2005/8/layout/vList2"/>
    <dgm:cxn modelId="{B04D3768-2A95-47F4-81F7-9EF4788C3838}" type="presParOf" srcId="{2C03025D-2D77-42C2-8719-0B72C0734BA7}" destId="{D80AE060-2F5B-4B46-B4F6-C3C01899960A}" srcOrd="1" destOrd="0" presId="urn:microsoft.com/office/officeart/2005/8/layout/vList2"/>
    <dgm:cxn modelId="{BCE3D336-EBD7-4BF0-BCB1-D422B1B3B138}" type="presParOf" srcId="{2C03025D-2D77-42C2-8719-0B72C0734BA7}" destId="{72CCF77A-31FC-4028-9595-2BB1C3B1BFC5}" srcOrd="2" destOrd="0" presId="urn:microsoft.com/office/officeart/2005/8/layout/vList2"/>
    <dgm:cxn modelId="{F5D1FD7D-4280-4D73-89AE-123BB5DE3474}" type="presParOf" srcId="{2C03025D-2D77-42C2-8719-0B72C0734BA7}" destId="{6F27FF26-7570-4BF7-BFAF-2DF4744C9B5E}" srcOrd="3" destOrd="0" presId="urn:microsoft.com/office/officeart/2005/8/layout/vList2"/>
    <dgm:cxn modelId="{7B493476-D599-4011-B7A2-674805166B9E}" type="presParOf" srcId="{2C03025D-2D77-42C2-8719-0B72C0734BA7}" destId="{5535E27B-DF40-4EC0-8670-0A4585AB481F}" srcOrd="4" destOrd="0" presId="urn:microsoft.com/office/officeart/2005/8/layout/vList2"/>
    <dgm:cxn modelId="{68076696-8BBF-4786-BD7A-0CB2AA8883B4}" type="presParOf" srcId="{2C03025D-2D77-42C2-8719-0B72C0734BA7}" destId="{6DD2D7E7-CFBB-481D-8B50-F0C5428A6E25}" srcOrd="5" destOrd="0" presId="urn:microsoft.com/office/officeart/2005/8/layout/vList2"/>
    <dgm:cxn modelId="{BAB31959-F05C-4D41-8949-7F6A222FC3AA}" type="presParOf" srcId="{2C03025D-2D77-42C2-8719-0B72C0734BA7}" destId="{AC5D2976-B352-4F22-B6ED-0C8838877FB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2A44C9-AE63-4359-9598-CEAB78FC56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E42871-0932-4B3D-8ABB-30597D3F4B7D}">
      <dgm:prSet/>
      <dgm:spPr/>
      <dgm:t>
        <a:bodyPr/>
        <a:lstStyle/>
        <a:p>
          <a:r>
            <a:rPr lang="en-US"/>
            <a:t>In this project, I compared different optimization algorithms. </a:t>
          </a:r>
        </a:p>
      </dgm:t>
    </dgm:pt>
    <dgm:pt modelId="{522A9FA5-C8AF-45E8-A663-0FFB96F6C2FC}" type="parTrans" cxnId="{178B1AEE-D42D-4D83-BEBA-04FF43E30A5F}">
      <dgm:prSet/>
      <dgm:spPr/>
      <dgm:t>
        <a:bodyPr/>
        <a:lstStyle/>
        <a:p>
          <a:endParaRPr lang="en-US"/>
        </a:p>
      </dgm:t>
    </dgm:pt>
    <dgm:pt modelId="{885796F3-B158-4685-8234-E109EB2A8F25}" type="sibTrans" cxnId="{178B1AEE-D42D-4D83-BEBA-04FF43E30A5F}">
      <dgm:prSet/>
      <dgm:spPr/>
      <dgm:t>
        <a:bodyPr/>
        <a:lstStyle/>
        <a:p>
          <a:endParaRPr lang="en-US"/>
        </a:p>
      </dgm:t>
    </dgm:pt>
    <dgm:pt modelId="{4B74E41B-81BC-4516-98F3-CAAC97118AEF}">
      <dgm:prSet/>
      <dgm:spPr/>
      <dgm:t>
        <a:bodyPr/>
        <a:lstStyle/>
        <a:p>
          <a:r>
            <a:rPr lang="en-US"/>
            <a:t>The Genetic Algorithm produced the best results by efficiently improving random solutions.</a:t>
          </a:r>
        </a:p>
      </dgm:t>
    </dgm:pt>
    <dgm:pt modelId="{25567C86-90BE-4464-94FE-8C066BBF85C3}" type="parTrans" cxnId="{8B7BCE2F-9524-4F3F-B250-DB978AADCAB7}">
      <dgm:prSet/>
      <dgm:spPr/>
      <dgm:t>
        <a:bodyPr/>
        <a:lstStyle/>
        <a:p>
          <a:endParaRPr lang="en-US"/>
        </a:p>
      </dgm:t>
    </dgm:pt>
    <dgm:pt modelId="{42228B63-5498-4279-BEBB-4AA55F9C6B94}" type="sibTrans" cxnId="{8B7BCE2F-9524-4F3F-B250-DB978AADCAB7}">
      <dgm:prSet/>
      <dgm:spPr/>
      <dgm:t>
        <a:bodyPr/>
        <a:lstStyle/>
        <a:p>
          <a:endParaRPr lang="en-US"/>
        </a:p>
      </dgm:t>
    </dgm:pt>
    <dgm:pt modelId="{D5A079AC-1E29-4D3E-B050-FCE9A326793D}" type="pres">
      <dgm:prSet presAssocID="{2D2A44C9-AE63-4359-9598-CEAB78FC5651}" presName="linear" presStyleCnt="0">
        <dgm:presLayoutVars>
          <dgm:animLvl val="lvl"/>
          <dgm:resizeHandles val="exact"/>
        </dgm:presLayoutVars>
      </dgm:prSet>
      <dgm:spPr/>
    </dgm:pt>
    <dgm:pt modelId="{48D34279-D2A1-4D87-8178-1A28EAB4D356}" type="pres">
      <dgm:prSet presAssocID="{3FE42871-0932-4B3D-8ABB-30597D3F4B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6AE7C5B-1CAE-487B-9799-B9EF2FE05CD2}" type="pres">
      <dgm:prSet presAssocID="{885796F3-B158-4685-8234-E109EB2A8F25}" presName="spacer" presStyleCnt="0"/>
      <dgm:spPr/>
    </dgm:pt>
    <dgm:pt modelId="{D84E9E12-12DB-4375-A831-1CF6C365FEF3}" type="pres">
      <dgm:prSet presAssocID="{4B74E41B-81BC-4516-98F3-CAAC97118AE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B7BCE2F-9524-4F3F-B250-DB978AADCAB7}" srcId="{2D2A44C9-AE63-4359-9598-CEAB78FC5651}" destId="{4B74E41B-81BC-4516-98F3-CAAC97118AEF}" srcOrd="1" destOrd="0" parTransId="{25567C86-90BE-4464-94FE-8C066BBF85C3}" sibTransId="{42228B63-5498-4279-BEBB-4AA55F9C6B94}"/>
    <dgm:cxn modelId="{6D514A4B-9510-45C0-9DB1-EAAFFD73185E}" type="presOf" srcId="{3FE42871-0932-4B3D-8ABB-30597D3F4B7D}" destId="{48D34279-D2A1-4D87-8178-1A28EAB4D356}" srcOrd="0" destOrd="0" presId="urn:microsoft.com/office/officeart/2005/8/layout/vList2"/>
    <dgm:cxn modelId="{D4EB7A50-9407-4874-BD8B-E649673FBF0F}" type="presOf" srcId="{2D2A44C9-AE63-4359-9598-CEAB78FC5651}" destId="{D5A079AC-1E29-4D3E-B050-FCE9A326793D}" srcOrd="0" destOrd="0" presId="urn:microsoft.com/office/officeart/2005/8/layout/vList2"/>
    <dgm:cxn modelId="{178B1AEE-D42D-4D83-BEBA-04FF43E30A5F}" srcId="{2D2A44C9-AE63-4359-9598-CEAB78FC5651}" destId="{3FE42871-0932-4B3D-8ABB-30597D3F4B7D}" srcOrd="0" destOrd="0" parTransId="{522A9FA5-C8AF-45E8-A663-0FFB96F6C2FC}" sibTransId="{885796F3-B158-4685-8234-E109EB2A8F25}"/>
    <dgm:cxn modelId="{D00CF1EE-870E-4934-AA9E-D8C331DF054B}" type="presOf" srcId="{4B74E41B-81BC-4516-98F3-CAAC97118AEF}" destId="{D84E9E12-12DB-4375-A831-1CF6C365FEF3}" srcOrd="0" destOrd="0" presId="urn:microsoft.com/office/officeart/2005/8/layout/vList2"/>
    <dgm:cxn modelId="{C4CD3463-05D1-44F1-A603-DD0B19CC490F}" type="presParOf" srcId="{D5A079AC-1E29-4D3E-B050-FCE9A326793D}" destId="{48D34279-D2A1-4D87-8178-1A28EAB4D356}" srcOrd="0" destOrd="0" presId="urn:microsoft.com/office/officeart/2005/8/layout/vList2"/>
    <dgm:cxn modelId="{9AAD0B19-494A-410C-BB00-5A85BF9CD025}" type="presParOf" srcId="{D5A079AC-1E29-4D3E-B050-FCE9A326793D}" destId="{E6AE7C5B-1CAE-487B-9799-B9EF2FE05CD2}" srcOrd="1" destOrd="0" presId="urn:microsoft.com/office/officeart/2005/8/layout/vList2"/>
    <dgm:cxn modelId="{962A3032-963C-4962-B51B-9082E924857D}" type="presParOf" srcId="{D5A079AC-1E29-4D3E-B050-FCE9A326793D}" destId="{D84E9E12-12DB-4375-A831-1CF6C365FEF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DB915-6DCD-4ECA-8442-A816DCDC4E6E}">
      <dsp:nvSpPr>
        <dsp:cNvPr id="0" name=""/>
        <dsp:cNvSpPr/>
      </dsp:nvSpPr>
      <dsp:spPr>
        <a:xfrm>
          <a:off x="0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45199-EEAA-463E-95BF-EDE71566C1E3}">
      <dsp:nvSpPr>
        <dsp:cNvPr id="0" name=""/>
        <dsp:cNvSpPr/>
      </dsp:nvSpPr>
      <dsp:spPr>
        <a:xfrm>
          <a:off x="340341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b="0" i="0" kern="1200" baseline="0"/>
            <a:t>Solve an optimization problem</a:t>
          </a:r>
          <a:endParaRPr lang="en-US" sz="2900" kern="1200"/>
        </a:p>
      </dsp:txBody>
      <dsp:txXfrm>
        <a:off x="397310" y="1115539"/>
        <a:ext cx="2949135" cy="1831113"/>
      </dsp:txXfrm>
    </dsp:sp>
    <dsp:sp modelId="{ED46AAFF-6C00-440A-8D0E-198C333EC388}">
      <dsp:nvSpPr>
        <dsp:cNvPr id="0" name=""/>
        <dsp:cNvSpPr/>
      </dsp:nvSpPr>
      <dsp:spPr>
        <a:xfrm>
          <a:off x="3743756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2E00C-E2AB-4055-A6A3-CF71E2227A23}">
      <dsp:nvSpPr>
        <dsp:cNvPr id="0" name=""/>
        <dsp:cNvSpPr/>
      </dsp:nvSpPr>
      <dsp:spPr>
        <a:xfrm>
          <a:off x="4084098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b="0" i="0" kern="1200" baseline="0" dirty="0" err="1"/>
            <a:t>Compare</a:t>
          </a:r>
          <a:r>
            <a:rPr lang="tr-TR" sz="2900" b="0" i="0" kern="1200" baseline="0" dirty="0"/>
            <a:t> </a:t>
          </a:r>
          <a:r>
            <a:rPr lang="tr-TR" sz="2900" b="0" i="0" kern="1200" baseline="0" dirty="0" err="1"/>
            <a:t>simple</a:t>
          </a:r>
          <a:r>
            <a:rPr lang="tr-TR" sz="2900" b="0" i="0" kern="1200" baseline="0" dirty="0"/>
            <a:t> </a:t>
          </a:r>
          <a:r>
            <a:rPr lang="tr-TR" sz="2900" b="0" i="0" kern="1200" baseline="0" dirty="0" err="1"/>
            <a:t>vs</a:t>
          </a:r>
          <a:r>
            <a:rPr lang="tr-TR" sz="2900" b="0" i="0" kern="1200" baseline="0" dirty="0"/>
            <a:t> </a:t>
          </a:r>
          <a:r>
            <a:rPr lang="tr-TR" sz="2900" b="0" i="0" kern="1200" baseline="0" dirty="0" err="1"/>
            <a:t>metaheuristic</a:t>
          </a:r>
          <a:r>
            <a:rPr lang="tr-TR" sz="2900" b="0" i="0" kern="1200" baseline="0" dirty="0"/>
            <a:t> </a:t>
          </a:r>
          <a:r>
            <a:rPr lang="tr-TR" sz="2900" b="0" i="0" kern="1200" baseline="0" dirty="0" err="1"/>
            <a:t>algorithms</a:t>
          </a:r>
          <a:endParaRPr lang="en-US" sz="2900" kern="1200" dirty="0"/>
        </a:p>
      </dsp:txBody>
      <dsp:txXfrm>
        <a:off x="4141067" y="1115539"/>
        <a:ext cx="2949135" cy="1831113"/>
      </dsp:txXfrm>
    </dsp:sp>
    <dsp:sp modelId="{C69F18D8-63E0-456C-94DF-B9309A90CB7D}">
      <dsp:nvSpPr>
        <dsp:cNvPr id="0" name=""/>
        <dsp:cNvSpPr/>
      </dsp:nvSpPr>
      <dsp:spPr>
        <a:xfrm>
          <a:off x="7487513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290EC-B1D7-40E0-9E29-D9341C5C63E3}">
      <dsp:nvSpPr>
        <dsp:cNvPr id="0" name=""/>
        <dsp:cNvSpPr/>
      </dsp:nvSpPr>
      <dsp:spPr>
        <a:xfrm>
          <a:off x="7827855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b="0" i="0" kern="1200" baseline="0"/>
            <a:t>Measure </a:t>
          </a:r>
          <a:r>
            <a:rPr lang="tr-TR" sz="2900" b="1" i="0" kern="1200" baseline="0"/>
            <a:t>cost</a:t>
          </a:r>
          <a:r>
            <a:rPr lang="tr-TR" sz="2900" b="0" i="0" kern="1200" baseline="0"/>
            <a:t> and </a:t>
          </a:r>
          <a:r>
            <a:rPr lang="tr-TR" sz="2900" b="1" i="0" kern="1200" baseline="0"/>
            <a:t>execution time</a:t>
          </a:r>
          <a:endParaRPr lang="en-US" sz="2900" kern="1200"/>
        </a:p>
      </dsp:txBody>
      <dsp:txXfrm>
        <a:off x="7884824" y="1115539"/>
        <a:ext cx="2949135" cy="18311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37236-0B0A-45C1-8692-71AD7973B483}">
      <dsp:nvSpPr>
        <dsp:cNvPr id="0" name=""/>
        <dsp:cNvSpPr/>
      </dsp:nvSpPr>
      <dsp:spPr>
        <a:xfrm>
          <a:off x="0" y="5219"/>
          <a:ext cx="10890928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400" kern="1200"/>
            <a:t>1) Random</a:t>
          </a:r>
          <a:endParaRPr lang="en-US" sz="3400" kern="1200"/>
        </a:p>
      </dsp:txBody>
      <dsp:txXfrm>
        <a:off x="39809" y="45028"/>
        <a:ext cx="10811310" cy="735872"/>
      </dsp:txXfrm>
    </dsp:sp>
    <dsp:sp modelId="{72CCF77A-31FC-4028-9595-2BB1C3B1BFC5}">
      <dsp:nvSpPr>
        <dsp:cNvPr id="0" name=""/>
        <dsp:cNvSpPr/>
      </dsp:nvSpPr>
      <dsp:spPr>
        <a:xfrm>
          <a:off x="0" y="918630"/>
          <a:ext cx="10890928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400" kern="1200"/>
            <a:t>2) Selection</a:t>
          </a:r>
          <a:endParaRPr lang="en-US" sz="3400" kern="1200"/>
        </a:p>
      </dsp:txBody>
      <dsp:txXfrm>
        <a:off x="39809" y="958439"/>
        <a:ext cx="10811310" cy="735872"/>
      </dsp:txXfrm>
    </dsp:sp>
    <dsp:sp modelId="{5535E27B-DF40-4EC0-8670-0A4585AB481F}">
      <dsp:nvSpPr>
        <dsp:cNvPr id="0" name=""/>
        <dsp:cNvSpPr/>
      </dsp:nvSpPr>
      <dsp:spPr>
        <a:xfrm>
          <a:off x="0" y="1832040"/>
          <a:ext cx="10890928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400" kern="1200"/>
            <a:t>3) Crossover</a:t>
          </a:r>
          <a:endParaRPr lang="en-US" sz="3400" kern="1200"/>
        </a:p>
      </dsp:txBody>
      <dsp:txXfrm>
        <a:off x="39809" y="1871849"/>
        <a:ext cx="10811310" cy="735872"/>
      </dsp:txXfrm>
    </dsp:sp>
    <dsp:sp modelId="{AC5D2976-B352-4F22-B6ED-0C8838877FBB}">
      <dsp:nvSpPr>
        <dsp:cNvPr id="0" name=""/>
        <dsp:cNvSpPr/>
      </dsp:nvSpPr>
      <dsp:spPr>
        <a:xfrm>
          <a:off x="0" y="2745450"/>
          <a:ext cx="10890928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400" kern="1200"/>
            <a:t>4) Best Path</a:t>
          </a:r>
          <a:endParaRPr lang="en-US" sz="3400" kern="1200"/>
        </a:p>
      </dsp:txBody>
      <dsp:txXfrm>
        <a:off x="39809" y="2785259"/>
        <a:ext cx="10811310" cy="735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D34279-D2A1-4D87-8178-1A28EAB4D356}">
      <dsp:nvSpPr>
        <dsp:cNvPr id="0" name=""/>
        <dsp:cNvSpPr/>
      </dsp:nvSpPr>
      <dsp:spPr>
        <a:xfrm>
          <a:off x="0" y="83013"/>
          <a:ext cx="6034187" cy="1704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In this project, I compared different optimization algorithms. </a:t>
          </a:r>
        </a:p>
      </dsp:txBody>
      <dsp:txXfrm>
        <a:off x="83216" y="166229"/>
        <a:ext cx="5867755" cy="1538258"/>
      </dsp:txXfrm>
    </dsp:sp>
    <dsp:sp modelId="{D84E9E12-12DB-4375-A831-1CF6C365FEF3}">
      <dsp:nvSpPr>
        <dsp:cNvPr id="0" name=""/>
        <dsp:cNvSpPr/>
      </dsp:nvSpPr>
      <dsp:spPr>
        <a:xfrm>
          <a:off x="0" y="1876983"/>
          <a:ext cx="6034187" cy="1704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The Genetic Algorithm produced the best results by efficiently improving random solutions.</a:t>
          </a:r>
        </a:p>
      </dsp:txBody>
      <dsp:txXfrm>
        <a:off x="83216" y="1960199"/>
        <a:ext cx="5867755" cy="1538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9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7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2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5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9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36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7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42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4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9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50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28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5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Kırmızı üçgenler">
            <a:extLst>
              <a:ext uri="{FF2B5EF4-FFF2-40B4-BE49-F238E27FC236}">
                <a16:creationId xmlns:a16="http://schemas.microsoft.com/office/drawing/2014/main" id="{D7372581-8B79-5DA1-9AF2-C7213443A3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738" b="9444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028E3E90-E563-4DF1-BAE1-707F3D7BB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tr-TR" b="1">
                <a:solidFill>
                  <a:srgbClr val="FFFFFF"/>
                </a:solidFill>
              </a:rPr>
              <a:t>353- AI Project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9AC35FA-5DFB-BDA2-7C23-CCF602303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Bayram Yavuz</a:t>
            </a:r>
          </a:p>
          <a:p>
            <a:r>
              <a:rPr lang="tr-TR" dirty="0">
                <a:solidFill>
                  <a:srgbClr val="FFFFFF"/>
                </a:solidFill>
              </a:rPr>
              <a:t>122200058</a:t>
            </a:r>
          </a:p>
        </p:txBody>
      </p:sp>
      <p:cxnSp>
        <p:nvCxnSpPr>
          <p:cNvPr id="36" name="Straight Connector 27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32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FFDB97D-70EA-67BF-2FA4-B49B4287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tr-TR" sz="5400" dirty="0" err="1"/>
              <a:t>Purpose</a:t>
            </a:r>
            <a:endParaRPr lang="tr-TR" dirty="0"/>
          </a:p>
        </p:txBody>
      </p: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3FA7293C-4CC6-210E-3B23-DDFE52A1C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52748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720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78706-041D-AC6E-489C-AF4F4D27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3625E57-8AA2-2176-2F1F-C465C375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495976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Requirements</a:t>
            </a:r>
            <a:endParaRPr lang="en-US" sz="4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İçerik Yer Tutucusu 8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C470A74-D3E8-F154-9623-6FE672C7B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764" b="-2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52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ACA8C-49EE-8177-9448-F8149C7C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Başlık 8">
            <a:extLst>
              <a:ext uri="{FF2B5EF4-FFF2-40B4-BE49-F238E27FC236}">
                <a16:creationId xmlns:a16="http://schemas.microsoft.com/office/drawing/2014/main" id="{0F95C207-41D8-A048-0FA9-7252B8AD7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sz="5400" dirty="0" err="1"/>
              <a:t>Algorithms</a:t>
            </a:r>
            <a:r>
              <a:rPr lang="tr-TR" sz="5400" dirty="0"/>
              <a:t> </a:t>
            </a:r>
            <a:r>
              <a:rPr lang="tr-TR" sz="5400" dirty="0" err="1"/>
              <a:t>Used</a:t>
            </a:r>
            <a:endParaRPr lang="tr-TR" sz="5400" dirty="0"/>
          </a:p>
        </p:txBody>
      </p:sp>
      <p:pic>
        <p:nvPicPr>
          <p:cNvPr id="19" name="Graphic 18" descr="Head with Gears">
            <a:extLst>
              <a:ext uri="{FF2B5EF4-FFF2-40B4-BE49-F238E27FC236}">
                <a16:creationId xmlns:a16="http://schemas.microsoft.com/office/drawing/2014/main" id="{6836697B-B97F-3C6D-3B4D-57DC55A29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7FC581A1-9243-122E-05CB-032BA2996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247" y="2512325"/>
            <a:ext cx="6042266" cy="3760459"/>
          </a:xfrm>
        </p:spPr>
        <p:txBody>
          <a:bodyPr anchor="t">
            <a:normAutofit/>
          </a:bodyPr>
          <a:lstStyle/>
          <a:p>
            <a:r>
              <a:rPr lang="tr-TR" sz="4400" dirty="0" err="1"/>
              <a:t>Hill</a:t>
            </a:r>
            <a:r>
              <a:rPr lang="tr-TR" sz="4400" dirty="0"/>
              <a:t> </a:t>
            </a:r>
            <a:r>
              <a:rPr lang="tr-TR" sz="4400" dirty="0" err="1"/>
              <a:t>Climbing</a:t>
            </a:r>
            <a:endParaRPr lang="tr-TR" sz="4400" dirty="0"/>
          </a:p>
          <a:p>
            <a:r>
              <a:rPr lang="tr-TR" sz="4400" dirty="0" err="1"/>
              <a:t>Simulated</a:t>
            </a:r>
            <a:r>
              <a:rPr lang="tr-TR" sz="4400" dirty="0"/>
              <a:t> </a:t>
            </a:r>
            <a:r>
              <a:rPr lang="tr-TR" sz="4400" dirty="0" err="1"/>
              <a:t>Annealing</a:t>
            </a:r>
            <a:endParaRPr lang="tr-TR" sz="4400" dirty="0"/>
          </a:p>
          <a:p>
            <a:r>
              <a:rPr lang="tr-TR" sz="4400" dirty="0" err="1"/>
              <a:t>Genetic</a:t>
            </a:r>
            <a:r>
              <a:rPr lang="tr-TR" sz="4400" dirty="0"/>
              <a:t> </a:t>
            </a:r>
            <a:r>
              <a:rPr lang="tr-TR" sz="4400" dirty="0" err="1"/>
              <a:t>Algorithm</a:t>
            </a:r>
            <a:r>
              <a:rPr lang="tr-TR" sz="4400" dirty="0"/>
              <a:t>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20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2317-FA1F-EB6A-2962-E69BBC41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CD9471-F74E-67F3-7901-866E1EA2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dirty="0" err="1"/>
              <a:t>Genetic</a:t>
            </a:r>
            <a:r>
              <a:rPr lang="tr-TR" sz="5400" dirty="0"/>
              <a:t> </a:t>
            </a:r>
            <a:r>
              <a:rPr lang="tr-TR" sz="5400" dirty="0" err="1"/>
              <a:t>Algorithm</a:t>
            </a:r>
            <a:endParaRPr lang="tr-TR" sz="5400" dirty="0"/>
          </a:p>
        </p:txBody>
      </p:sp>
      <p:graphicFrame>
        <p:nvGraphicFramePr>
          <p:cNvPr id="7" name="İçerik Yer Tutucusu 2">
            <a:extLst>
              <a:ext uri="{FF2B5EF4-FFF2-40B4-BE49-F238E27FC236}">
                <a16:creationId xmlns:a16="http://schemas.microsoft.com/office/drawing/2014/main" id="{4638FD3C-2D4B-A86E-81B9-ED34CF9A18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043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BA454-2D1B-997E-5595-B641E5C2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ED9684F-CDC8-2079-157E-EB75B490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Experimental Results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3D3D5B9-8584-C0FB-1709-BD9F7E7BE943}"/>
              </a:ext>
            </a:extLst>
          </p:cNvPr>
          <p:cNvSpPr txBox="1"/>
          <p:nvPr/>
        </p:nvSpPr>
        <p:spPr>
          <a:xfrm>
            <a:off x="992570" y="2201600"/>
            <a:ext cx="10168106" cy="54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US" sz="1700" b="1" cap="all" spc="300"/>
              <a:t>These results show that the Genetic Algorithm is more efficient.</a:t>
            </a:r>
            <a:endParaRPr lang="en-US" sz="1700" b="1" cap="all" spc="3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Resim 6" descr="metin, çizgi, öykü gelişim çizgisi; kumpas; grafiğini çıkarma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292E870-BD2C-E35C-B747-17DE56DD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70" y="3199619"/>
            <a:ext cx="4978176" cy="2986905"/>
          </a:xfrm>
          <a:prstGeom prst="rect">
            <a:avLst/>
          </a:prstGeom>
        </p:spPr>
      </p:pic>
      <p:pic>
        <p:nvPicPr>
          <p:cNvPr id="5" name="İçerik Yer Tutucusu 4" descr="çizgi, öykü gelişim çizgisi; kumpas; grafiğini çıkarma, metin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C6DC669-CE68-486E-00CF-210E5DEA5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0" y="3199619"/>
            <a:ext cx="4978176" cy="298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89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9B0A6-78F4-6094-0BDD-E0E61540C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BFE6AAA-E35B-2559-1571-9DDF223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tr-TR" dirty="0" err="1"/>
              <a:t>Conclusion</a:t>
            </a:r>
            <a:endParaRPr lang="tr-TR" dirty="0"/>
          </a:p>
        </p:txBody>
      </p:sp>
      <p:pic>
        <p:nvPicPr>
          <p:cNvPr id="14" name="Picture 4" descr="Mavi arka planda altıgen ağ">
            <a:extLst>
              <a:ext uri="{FF2B5EF4-FFF2-40B4-BE49-F238E27FC236}">
                <a16:creationId xmlns:a16="http://schemas.microsoft.com/office/drawing/2014/main" id="{2B0AC6F0-D179-3364-37D5-BD513766ED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0" r="49789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İçerik Yer Tutucusu 2">
            <a:extLst>
              <a:ext uri="{FF2B5EF4-FFF2-40B4-BE49-F238E27FC236}">
                <a16:creationId xmlns:a16="http://schemas.microsoft.com/office/drawing/2014/main" id="{3E6449B1-7CC7-E602-5C21-2293D09826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96821" y="2633236"/>
          <a:ext cx="6034187" cy="3664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817610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Geniş ekran</PresentationFormat>
  <Paragraphs>22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353- AI Project </vt:lpstr>
      <vt:lpstr>Purpose</vt:lpstr>
      <vt:lpstr>Requirements</vt:lpstr>
      <vt:lpstr>Algorithms Used</vt:lpstr>
      <vt:lpstr>Genetic Algorithm</vt:lpstr>
      <vt:lpstr>Experimental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bayram yavuz</dc:creator>
  <cp:lastModifiedBy>bayram yavuz</cp:lastModifiedBy>
  <cp:revision>1</cp:revision>
  <dcterms:created xsi:type="dcterms:W3CDTF">2025-12-20T14:46:12Z</dcterms:created>
  <dcterms:modified xsi:type="dcterms:W3CDTF">2025-12-20T16:21:17Z</dcterms:modified>
</cp:coreProperties>
</file>